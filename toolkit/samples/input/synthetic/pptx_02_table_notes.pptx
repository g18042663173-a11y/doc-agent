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演讲备注:强调风险闭环和下周资源协调。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项目例会汇报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本页同时包含表格与演讲备注。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94560"/>
          <a:ext cx="62179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39624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责任人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风险闭环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推进中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资源协调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待确认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