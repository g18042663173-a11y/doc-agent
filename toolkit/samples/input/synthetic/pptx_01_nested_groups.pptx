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嵌套组合形状样例</a:t>
            </a:r>
          </a:p>
        </p:txBody>
      </p:sp>
      <p:grpSp>
        <p:nvGrpSpPr>
          <p:cNvPr id="100" name="外层组合"/>
          <p:cNvGrpSpPr/>
          <p:nvPr/>
        </p:nvGrpSpPr>
        <p:grpSpPr>
          <a:xfrm>
            <a:off x="914400" y="1371600"/>
            <a:ext cx="3657600" cy="1828800"/>
            <a:chOff x="0" y="0"/>
            <a:chExt cx="3657600" cy="1828800"/>
          </a:xfrm>
        </p:grpSpPr>
        <p:grpSp>
          <p:nvGrpSpPr>
            <p:cNvPr id="101" name="内层组合"/>
            <p:cNvGrpSpPr/>
            <p:nvPr/>
          </p:nvGrpSpPr>
          <p:grpSpPr>
            <a:xfrm>
              <a:off x="228600" y="228600"/>
              <a:ext cx="3200400" cy="914400"/>
              <a:chOff x="0" y="0"/>
              <a:chExt cx="3200400" cy="914400"/>
            </a:xfrm>
          </p:grpSpPr>
          <p:sp>
            <p:nvSpPr>
              <p:cNvPr id="102" name="组合内层行动项"/>
              <p:cNvSpPr txBox="1"/>
              <p:nvPr/>
            </p:nvSpPr>
            <p:spPr>
              <a:xfrm>
                <a:off x="228600" y="228600"/>
                <a:ext cx="2743200" cy="4572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组合内层行动项</a:t>
                </a:r>
                <a:endParaRPr lang="zh-CN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