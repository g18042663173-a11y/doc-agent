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复杂图形等价样例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554480"/>
            <a:ext cx="164592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输入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1554480"/>
            <a:ext cx="164592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处理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1554480"/>
            <a:ext cx="164592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输出</a:t>
            </a:r>
          </a:p>
        </p:txBody>
      </p:sp>
    </p:spTree>
  </p:cSld>
  <p:clrMapOvr>
    <a:masterClrMapping/>
  </p:clrMapOvr>
  <p:extLst>
    <p:ext uri="{codex-smartart-equivalent}">
      <dgm:relIds xmlns:dgm="http://schemas.openxmlformats.org/drawingml/2006/diagram" r:dm="rId999" r:lo="rId998" r:qs="rId997" r:cs="rId996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