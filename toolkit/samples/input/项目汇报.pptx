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</p:sldIdLst>
  <p:sldSz cx="12198096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自动测试通过数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通过用例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第一周</c:v>
                </c:pt>
                <c:pt idx="1">
                  <c:v>第二周</c:v>
                </c:pt>
                <c:pt idx="2">
                  <c:v>第三周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210</c:v>
                </c:pt>
                <c:pt idx="2">
                  <c:v>288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演讲备注:测试数量只表示回归范围,不替代人工视觉终审。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演讲备注:优先验证内网依赖与字体环境。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项目汇报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脱敏固定解析样例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项目背景</a:t>
            </a:r>
          </a:p>
          <a:p>
            <a:r>
              <a:t>方案概览</a:t>
            </a:r>
          </a:p>
          <a:p>
            <a:r>
              <a:t>实施进展</a:t>
            </a:r>
          </a:p>
          <a:p>
            <a:r>
              <a:t>风险与计划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当前流程需要统一结构契约。</a:t>
            </a:r>
          </a:p>
          <a:p>
            <a:r>
              <a:t>离线环境要求全部自动测试可复现。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输入解析 → DocumentIR → 目标 IR → 可编辑产物 → 合规报告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实施进展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02920">
                <a:tc>
                  <a:txBody>
                    <a:bodyPr/>
                    <a:lstStyle/>
                    <a:p>
                      <a:r>
                        <a:t>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说明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IR 契约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三份 Schema 已冻结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渲染链路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DOCX/PPTX 可编辑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内网接入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需真实 NGA 协议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质量趋势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65836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真实业务文件仍需人工提供。</a:t>
            </a:r>
          </a:p>
          <a:p>
            <a:r>
              <a:t>Windows 离线安装仍需真机验收。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