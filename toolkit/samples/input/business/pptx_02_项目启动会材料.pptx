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强调项目对经营分析效率的提升价值。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背景页讲清楚为什么现在做。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分工页确认各角色第一责任人。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里程碑以立项评审通过为起点。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风险页请业务接口人当场确认应对措施。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结尾明确三项行动的截止时间。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数据中台项目启动会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2026-08-03 | 项目组全体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HUAWEI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现状:报表开发周期平均 15 天,口径不一致</a:t>
            </a:r>
          </a:p>
          <a:p>
            <a:pPr>
              <a:defRPr sz="1800"/>
            </a:pPr>
            <a:r>
              <a:t>目标:一期 30 个核心指标口径统一、看板自助化</a:t>
            </a:r>
          </a:p>
          <a:p>
            <a:pPr>
              <a:defRPr sz="1800"/>
            </a:pPr>
            <a:r>
              <a:t>范围:营销域先行,供应链、财务域二期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组织分工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09600">
                <a:tc>
                  <a:txBody>
                    <a:bodyPr/>
                    <a:lstStyle/>
                    <a:p>
                      <a:r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职责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项目经理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王经理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整体计划、风险与干系人管理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架构师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刘架构师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技术方案、接口标准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开发组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陈开发等 5 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采集、加工、服务层开发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测试组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周测试等 2 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测试计划与质量门禁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业务接口人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各域负责人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口径确认与验收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里程碑计划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8 月:立项与总体设计</a:t>
            </a:r>
          </a:p>
          <a:p>
            <a:pPr>
              <a:defRPr sz="1800"/>
            </a:pPr>
            <a:r>
              <a:t>9-10 月:开发与联调</a:t>
            </a:r>
          </a:p>
          <a:p>
            <a:pPr>
              <a:defRPr sz="1800"/>
            </a:pPr>
            <a:r>
              <a:t>11 月:测试与试运行</a:t>
            </a:r>
          </a:p>
          <a:p>
            <a:pPr>
              <a:defRPr sz="1800"/>
            </a:pPr>
            <a:r>
              <a:t>11 月底:验收与转产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关键风险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94360">
                <a:tc>
                  <a:txBody>
                    <a:bodyPr/>
                    <a:lstStyle/>
                    <a:p>
                      <a: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应对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源系统接口延期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SLA 约束 + 双周对齐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口径冲突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口径评审委员会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测试数据不足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脱敏生产数据提前准备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下一步行动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本周五前各域提交指标清单</a:t>
            </a:r>
          </a:p>
          <a:p>
            <a:pPr>
              <a:defRPr sz="1800"/>
            </a:pPr>
            <a:r>
              <a:t>下周三输出接口清单初稿</a:t>
            </a:r>
          </a:p>
          <a:p>
            <a:pPr>
              <a:defRPr sz="1800"/>
            </a:pPr>
            <a:r>
              <a:t>8 月 17 日总体方案评审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