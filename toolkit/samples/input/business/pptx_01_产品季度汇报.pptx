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智能网关</c:v>
                </c:pt>
                <c:pt idx="1">
                  <c:v>工业路由器</c:v>
                </c:pt>
                <c:pt idx="2">
                  <c:v>定位终端</c:v>
                </c:pt>
                <c:pt idx="3">
                  <c:v>配套服务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5200</c:v>
                </c:pt>
                <c:pt idx="1">
                  <c:v>4100</c:v>
                </c:pt>
                <c:pt idx="2">
                  <c:v>2300</c:v>
                </c:pt>
                <c:pt idx="3">
                  <c:v>1200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1 分钟讲经营概况,重点突出达成率与毛利改善。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目录页控制在 30 秒,引导听众进入重点产品章节。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经营数据口径以财务确认版为准。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图表为演示数据,汇报前替换为最新月度数据。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风险页只讲对策,不展开细节。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结尾落到下季度三个可量化目标。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智能连接产品线 Q3 业务汇报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汇报人:产品管理部 | 2026-09-30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HUAWEI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季度经营概况</a:t>
            </a:r>
          </a:p>
          <a:p>
            <a:pPr>
              <a:defRPr sz="1800"/>
            </a:pPr>
            <a:r>
              <a:t>重点产品进展</a:t>
            </a:r>
          </a:p>
          <a:p>
            <a:pPr>
              <a:defRPr sz="1800"/>
            </a:pPr>
            <a:r>
              <a:t>市场与渠道</a:t>
            </a:r>
          </a:p>
          <a:p>
            <a:pPr>
              <a:defRPr sz="1800"/>
            </a:pPr>
            <a:r>
              <a:t>风险与对策</a:t>
            </a:r>
          </a:p>
          <a:p>
            <a:pPr>
              <a:defRPr sz="1800"/>
            </a:pPr>
            <a:r>
              <a:t>下季度计划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季度经营概况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销售额完成 1.28 亿,达成率 106%</a:t>
            </a:r>
          </a:p>
          <a:p>
            <a:pPr>
              <a:defRPr sz="1800"/>
            </a:pPr>
            <a:r>
              <a:t>毛利率 38.2%,同比提升 2.4 个百分点</a:t>
            </a:r>
          </a:p>
          <a:p>
            <a:pPr>
              <a:defRPr sz="1800"/>
            </a:pPr>
            <a:r>
              <a:t>新增渠道商 26 家,回款周期缩短 5 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分产品销售额(万元)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0292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销售额(万元)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12800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毛利率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38.2%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渠道商数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风险与对策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核心器件供应紧张:已锁定三家备选供应商</a:t>
            </a:r>
          </a:p>
          <a:p>
            <a:pPr>
              <a:defRPr sz="1800"/>
            </a:pPr>
            <a:r>
              <a:t>渠道库存偏高:启动促销消化,目标降低 15%</a:t>
            </a:r>
          </a:p>
          <a:p>
            <a:pPr>
              <a:defRPr sz="1800"/>
            </a:pPr>
            <a:r>
              <a:t>汇率波动:合同增加汇率保护条款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下季度计划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发布新一代智能网关,目标首月订单 3 万台</a:t>
            </a:r>
          </a:p>
          <a:p>
            <a:pPr>
              <a:defRPr sz="1800"/>
            </a:pPr>
            <a:r>
              <a:t>完成华南仓备货与两场渠道峰会</a:t>
            </a:r>
          </a:p>
          <a:p>
            <a:pPr>
              <a:defRPr sz="1800"/>
            </a:pPr>
            <a:r>
              <a:t>启动海外试点两个国家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