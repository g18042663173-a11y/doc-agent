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交付及时率</c:v>
                </c:pt>
                <c:pt idx="1">
                  <c:v>库存周转天数</c:v>
                </c:pt>
                <c:pt idx="2">
                  <c:v>预测准确率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93.7</c:v>
                </c:pt>
                <c:pt idx="1">
                  <c:v>38</c:v>
                </c:pt>
                <c:pt idx="2">
                  <c:v>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交付及时率</c:v>
                </c:pt>
                <c:pt idx="1">
                  <c:v>库存周转天数</c:v>
                </c:pt>
                <c:pt idx="2">
                  <c:v>预测准确率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96.8</c:v>
                </c:pt>
                <c:pt idx="1">
                  <c:v>32</c:v>
                </c:pt>
                <c:pt idx="2">
                  <c:v>88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总结会面向管理层,重点讲结果与改善。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年度总结页数据为全年累计口径。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指标对比图为演示数据,汇报前更新。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问题页只讲已启动的改进动作。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规划页强调三个可量化目标。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结束页留出提问时间。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/>
            </a:pPr>
            <a:r>
              <a:t>2026 年度总结与 2027 规划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供应链管理部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HUAWEI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年度总结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交付及时率 96.8%,同比提升 3.1 个百分点</a:t>
            </a:r>
          </a:p>
          <a:p>
            <a:pPr>
              <a:defRPr sz="1800"/>
            </a:pPr>
            <a:r>
              <a:t>库存周转天数下降至 32 天</a:t>
            </a:r>
          </a:p>
          <a:p>
            <a:pPr>
              <a:defRPr sz="1800"/>
            </a:pPr>
            <a:r>
              <a:t>完成华南新仓开仓与自动化分拣上线</a:t>
            </a:r>
          </a:p>
          <a:p>
            <a:pPr>
              <a:defRPr sz="1800"/>
            </a:pPr>
            <a:r>
              <a:t>供应商协同平台覆盖 85% 核心供应商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关键指标对比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645920"/>
          <a:ext cx="73152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问题与改进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旺季运力不足:已与 3 家承运商签订旺季保障协议</a:t>
            </a:r>
          </a:p>
          <a:p>
            <a:pPr>
              <a:defRPr sz="1800"/>
            </a:pPr>
            <a:r>
              <a:t>部分区域预测偏差大:引入机器学习补货试点</a:t>
            </a:r>
          </a:p>
          <a:p>
            <a:pPr>
              <a:defRPr sz="1800"/>
            </a:pPr>
            <a:r>
              <a:t>退货处理周期偏长:流程再造预计缩短 40%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2027 规划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交付及时率目标 98%,库存周转目标 28 天</a:t>
            </a:r>
          </a:p>
          <a:p>
            <a:pPr>
              <a:defRPr sz="1800"/>
            </a:pPr>
            <a:r>
              <a:t>智能补货覆盖全部 A 类 SKU</a:t>
            </a:r>
          </a:p>
          <a:p>
            <a:pPr>
              <a:defRPr sz="1800"/>
            </a:pPr>
            <a:r>
              <a:t>启动绿色供应链与碳足迹核算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结束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谢谢!欢迎指导。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