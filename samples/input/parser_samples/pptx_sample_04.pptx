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样例 4 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样例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用于解析正文样例 4</a:t>
            </a:r>
          </a:p>
          <a:p>
            <a:r>
              <a:t>包含备注和表格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743200"/>
          <a:ext cx="4572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r>
                        <a:t>事项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解析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校验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跟进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补充页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补充信息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