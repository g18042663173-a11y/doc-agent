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超长表格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75846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t>事项24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175850">
                <a:tc>
                  <a:txBody>
                    <a:bodyPr/>
                    <a:lstStyle/>
                    <a:p>
                      <a:r>
                        <a:t>事项25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