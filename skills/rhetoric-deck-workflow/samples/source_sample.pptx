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096" name="FooterClassification"/>
          <p:cNvSpPr txBox="1"/>
          <p:nvPr/>
        </p:nvSpPr>
        <p:spPr>
          <a:xfrm>
            <a:off x="365760" y="653796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Microsoft YaHei"/>
              </a:rPr>
              <a:t>源件密级内部资料不可进入产物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YaHei"/>
              </a:rPr>
              <a:t>源件封面机密标题不可进入产物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Microsoft YaHei"/>
              </a:rPr>
              <a:t>源件封面机密副标题不可进入产物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源件封面机密署名不可进入产物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Microsoft YaHei"/>
              </a:rPr>
              <a:t>源件卡片页标题不可进入产物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12064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2344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7000B"/>
                </a:solidFill>
                <a:latin typeface="Microsoft YaHei"/>
              </a:rPr>
              <a:t>源件卡片标题甲不可进入产物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Microsoft YaHei"/>
              </a:rPr>
              <a:t>源件卡片正文甲高度敏感说明不可进入产物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12064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7000B"/>
                </a:solidFill>
                <a:latin typeface="Microsoft YaHei"/>
              </a:rPr>
              <a:t>源件卡片标题乙不可进入产物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Microsoft YaHei"/>
              </a:rPr>
              <a:t>源件卡片正文乙高度敏感说明不可进入产物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512064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977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7000B"/>
                </a:solidFill>
                <a:latin typeface="Microsoft YaHei"/>
              </a:rPr>
              <a:t>源件卡片标题丙不可进入产物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Microsoft YaHei"/>
              </a:rPr>
              <a:t>源件卡片正文丙高度敏感说明不可进入产物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12064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7000B"/>
                </a:solidFill>
                <a:latin typeface="Microsoft YaHei"/>
              </a:rPr>
              <a:t>源件卡片标题丁不可进入产物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Microsoft YaHei"/>
              </a:rPr>
              <a:t>源件卡片正文丁高度敏感说明不可进入产物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Microsoft YaHei"/>
              </a:rPr>
              <a:t>源件表格页标题不可进入产物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341120">
                <a:tc>
                  <a:txBody>
                    <a:bodyPr/>
                    <a:lstStyle/>
                    <a:p>
                      <a:r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1341120">
                <a:tc>
                  <a:txBody>
                    <a:bodyPr/>
                    <a:lstStyle/>
                    <a:p>
                      <a:r>
                        <a:t>源件表格机密单元格甲不可进入产物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源件表格机密单元格乙不可进入产物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源件表格机密单元格丙不可进入产物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源件表格机密单元格丁不可进入产物</a:t>
                      </a:r>
                    </a:p>
                  </a:txBody>
                  <a:tcPr/>
                </a:tc>
              </a:tr>
              <a:tr h="1341120">
                <a:tc>
                  <a:txBody>
                    <a:bodyPr/>
                    <a:lstStyle/>
                    <a:p>
                      <a:r>
                        <a:t>源件表格机密单元格戊不可进入产物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源件表格机密单元格己不可进入产物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源件表格机密单元格庚不可进入产物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源件表格机密单元格辛不可进入产物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Microsoft YaHei"/>
              </a:rPr>
              <a:t>源件节点页标题不可进入产物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77440"/>
            <a:ext cx="2651760" cy="1371600"/>
          </a:xfrm>
          <a:prstGeom prst="roundRect">
            <a:avLst/>
          </a:prstGeom>
          <a:solidFill>
            <a:srgbClr val="FFF2F2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Microsoft YaHei"/>
              </a:rPr>
              <a:t>源件节点框甲不可进入产物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39" y="2377440"/>
            <a:ext cx="2651760" cy="1371600"/>
          </a:xfrm>
          <a:prstGeom prst="roundRect">
            <a:avLst/>
          </a:prstGeom>
          <a:solidFill>
            <a:srgbClr val="FFF2F2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Microsoft YaHei"/>
              </a:rPr>
              <a:t>源件节点框乙不可进入产物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377440"/>
            <a:ext cx="2651760" cy="1371600"/>
          </a:xfrm>
          <a:prstGeom prst="roundRect">
            <a:avLst/>
          </a:prstGeom>
          <a:solidFill>
            <a:srgbClr val="FFF2F2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Microsoft YaHei"/>
              </a:rPr>
              <a:t>源件节点框丙不可进入产物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59" y="2377440"/>
            <a:ext cx="2651760" cy="1371600"/>
          </a:xfrm>
          <a:prstGeom prst="roundRect">
            <a:avLst/>
          </a:prstGeom>
          <a:solidFill>
            <a:srgbClr val="FFF2F2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Microsoft YaHei"/>
              </a:rPr>
              <a:t>源件节点框丁不可进入产物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